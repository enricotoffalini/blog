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80A11-2E64-42EE-87D9-7604D403E94F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0BD6-5061-4E45-83CB-31266491D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121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C0BD6-5061-4E45-83CB-31266491D87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36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C0BD6-5061-4E45-83CB-31266491D87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12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B96D-051B-0B43-546F-22701CAD3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DAA45-D61F-4431-8040-5137D069D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3054C-5929-E35D-9CAD-03BDDA19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071F1-A091-CDAE-A304-6AA78C29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B5F14-EB66-1C6A-B89C-CF869083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37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11C6-C5EF-5887-1923-B59C5196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505B-0E2A-DC33-771D-7C78E0987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EC0B5-56DC-C817-2F0E-1C74DA68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C661-839A-5BD0-35F7-CEFEDF12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50B4C-3E02-0724-E280-05189A38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02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C87C-59AD-60DB-3D68-0E63C71F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FDA91-A9E4-4709-ED52-C61A2AF29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3AF2B-6940-B502-14B2-1B8B41AE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A6B7-BDD4-D34E-BA63-882A99AE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0EB5-F7BC-6E74-E05E-77490A3B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44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69B2-3F58-ED86-B9AE-48A93F11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18F2-5652-6F0E-0A39-8561A5F51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32AED-B2AA-20A1-1253-74380A933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5F124-166A-8432-E201-46BCF8EB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7610B-DC6D-91A1-63B3-069932FD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A2A99-50B5-F92A-27CC-0AB8BF55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67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52C0-5C7A-3D10-8620-D87A8584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69E10-3187-9301-B70C-0D02323A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8EC7F-141F-BF2C-D5FA-144F5CD10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E2820-DB0C-0EC5-1AC4-A5AD9018C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86896-5C0E-2136-45C7-792503C56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3CF3C-3EB8-027F-69DF-E5E89B66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4BAA3-0A6E-B0C7-8B74-087D3BE39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431BE-6C7A-B111-6276-DD3973C4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96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74A2-A1BE-7A7E-6F98-00E584ED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30F90-4D90-7766-B118-66E7E162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DE30C-8B3B-25CB-0125-8135C88F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5B81E-285A-ABEE-E4E0-C1EDE526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32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5D74E-04BF-CF3A-12D9-369AB59F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F75E6-07A5-27C3-EC1C-C3564A0D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2F2A9-3950-894A-5890-E6D282C3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21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5829-EE1A-CE91-D4A7-BBD81FE9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0B65-F229-AE78-E74B-F69DE43D2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A0AA3-5BD8-3B7D-EC03-9F34FF58A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2171B-C00A-F036-61E4-0A9B9AB3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D78A1-3200-CF45-DA05-53A98208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D2C49-3C17-B981-5518-67189AFB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61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5682-C3C2-83BE-4C0C-48A8A2F9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00E06-17B2-7FB9-CB07-093BD077F3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11ED0-EF5F-ED81-C3B4-F9138489F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89DBB-8104-976E-A825-FFF93C09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68D20-18F0-7257-93E9-4FF8755E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87339-1EE0-FF14-37D9-C8DCCE41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67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B0A1-514E-AADF-8324-44C5B9A2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B2DCA-5D10-39E5-206F-5F2057131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CD04D-B8DB-BEDC-D6D4-92AA6421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63EA-9AC4-587B-2553-CFAEEF4F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D2BD4-DF1A-E7E9-A259-5E50D20A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88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5B570-3F10-9D42-7C44-DC1097715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A35B6-EA27-4F06-A5F0-8F3993F2A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C7C8-1397-D79E-A688-8AD039E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E3AB3-B81D-51BD-714C-01588D46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5B18-465C-797A-69C9-B13CFB80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51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3FC3B-F8E8-25B8-98E8-4DDF4A4A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AE775-B01F-8832-9D09-D27F6D99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9B0B1-0ECF-C9FF-BF39-0043BB0E7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C68C3-BC82-4562-8026-19ACF11B613C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74450-CA02-D66F-5D67-821880B0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B22A-7F9B-7B60-4C2C-F659BE4CD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8B90E-9C84-4EFF-94AD-07AABED9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22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CAF804-42EE-4919-C22F-E902CBD36315}"/>
              </a:ext>
            </a:extLst>
          </p:cNvPr>
          <p:cNvSpPr/>
          <p:nvPr/>
        </p:nvSpPr>
        <p:spPr>
          <a:xfrm>
            <a:off x="2578740" y="1017725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481493-3A9F-C91C-7BF8-85A24555AC22}"/>
              </a:ext>
            </a:extLst>
          </p:cNvPr>
          <p:cNvSpPr/>
          <p:nvPr/>
        </p:nvSpPr>
        <p:spPr>
          <a:xfrm>
            <a:off x="2583223" y="2335537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96DB55-8831-44FD-411C-B732D56A0937}"/>
              </a:ext>
            </a:extLst>
          </p:cNvPr>
          <p:cNvSpPr/>
          <p:nvPr/>
        </p:nvSpPr>
        <p:spPr>
          <a:xfrm>
            <a:off x="2578740" y="3653349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A12632-54EB-6FCC-38CA-1AAC33A38B75}"/>
              </a:ext>
            </a:extLst>
          </p:cNvPr>
          <p:cNvSpPr/>
          <p:nvPr/>
        </p:nvSpPr>
        <p:spPr>
          <a:xfrm>
            <a:off x="7487104" y="2578247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C0215D-048F-9247-6FDB-12D0978CD279}"/>
              </a:ext>
            </a:extLst>
          </p:cNvPr>
          <p:cNvCxnSpPr>
            <a:cxnSpLocks/>
            <a:stCxn id="4" idx="2"/>
            <a:endCxn id="47" idx="3"/>
          </p:cNvCxnSpPr>
          <p:nvPr/>
        </p:nvCxnSpPr>
        <p:spPr>
          <a:xfrm flipH="1" flipV="1">
            <a:off x="1747638" y="1169640"/>
            <a:ext cx="831102" cy="38148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9F54FF-392D-A771-373D-D299266DDB45}"/>
              </a:ext>
            </a:extLst>
          </p:cNvPr>
          <p:cNvCxnSpPr>
            <a:cxnSpLocks/>
            <a:stCxn id="4" idx="2"/>
            <a:endCxn id="57" idx="3"/>
          </p:cNvCxnSpPr>
          <p:nvPr/>
        </p:nvCxnSpPr>
        <p:spPr>
          <a:xfrm flipH="1">
            <a:off x="1747638" y="1551125"/>
            <a:ext cx="831102" cy="4396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41B4FF-B30B-90D3-66B6-6D59A832776C}"/>
              </a:ext>
            </a:extLst>
          </p:cNvPr>
          <p:cNvCxnSpPr>
            <a:cxnSpLocks/>
            <a:stCxn id="4" idx="2"/>
            <a:endCxn id="58" idx="3"/>
          </p:cNvCxnSpPr>
          <p:nvPr/>
        </p:nvCxnSpPr>
        <p:spPr>
          <a:xfrm flipH="1">
            <a:off x="1747638" y="1551125"/>
            <a:ext cx="831102" cy="46941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F20E7C-2905-ED9A-CA51-B388EE46F9EC}"/>
              </a:ext>
            </a:extLst>
          </p:cNvPr>
          <p:cNvCxnSpPr>
            <a:cxnSpLocks/>
            <a:stCxn id="5" idx="2"/>
            <a:endCxn id="59" idx="3"/>
          </p:cNvCxnSpPr>
          <p:nvPr/>
        </p:nvCxnSpPr>
        <p:spPr>
          <a:xfrm flipH="1" flipV="1">
            <a:off x="1747638" y="2589862"/>
            <a:ext cx="835585" cy="2790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9D69A4-2027-53CA-67C1-70E8C6D3460C}"/>
              </a:ext>
            </a:extLst>
          </p:cNvPr>
          <p:cNvCxnSpPr>
            <a:cxnSpLocks/>
            <a:stCxn id="5" idx="2"/>
            <a:endCxn id="60" idx="3"/>
          </p:cNvCxnSpPr>
          <p:nvPr/>
        </p:nvCxnSpPr>
        <p:spPr>
          <a:xfrm flipH="1">
            <a:off x="1747638" y="2868937"/>
            <a:ext cx="835585" cy="1463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A03DF1-538A-00F1-2EF8-5AB12ACDFA4F}"/>
              </a:ext>
            </a:extLst>
          </p:cNvPr>
          <p:cNvCxnSpPr>
            <a:cxnSpLocks/>
            <a:stCxn id="5" idx="2"/>
            <a:endCxn id="61" idx="3"/>
          </p:cNvCxnSpPr>
          <p:nvPr/>
        </p:nvCxnSpPr>
        <p:spPr>
          <a:xfrm flipH="1">
            <a:off x="1747638" y="2868937"/>
            <a:ext cx="835585" cy="57182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0B5A18-31D7-0211-2BDF-12C2F3C34058}"/>
              </a:ext>
            </a:extLst>
          </p:cNvPr>
          <p:cNvCxnSpPr>
            <a:cxnSpLocks/>
            <a:stCxn id="6" idx="2"/>
            <a:endCxn id="62" idx="3"/>
          </p:cNvCxnSpPr>
          <p:nvPr/>
        </p:nvCxnSpPr>
        <p:spPr>
          <a:xfrm flipH="1" flipV="1">
            <a:off x="1747638" y="4007613"/>
            <a:ext cx="831102" cy="17913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BE6473-425F-70FE-BEC2-770B9632E891}"/>
              </a:ext>
            </a:extLst>
          </p:cNvPr>
          <p:cNvCxnSpPr>
            <a:cxnSpLocks/>
            <a:stCxn id="6" idx="2"/>
            <a:endCxn id="63" idx="3"/>
          </p:cNvCxnSpPr>
          <p:nvPr/>
        </p:nvCxnSpPr>
        <p:spPr>
          <a:xfrm flipH="1">
            <a:off x="1747638" y="4186749"/>
            <a:ext cx="831102" cy="246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97C573-9B55-6CDD-2E4F-93F1E7E71250}"/>
              </a:ext>
            </a:extLst>
          </p:cNvPr>
          <p:cNvCxnSpPr>
            <a:cxnSpLocks/>
            <a:stCxn id="7" idx="6"/>
            <a:endCxn id="71" idx="1"/>
          </p:cNvCxnSpPr>
          <p:nvPr/>
        </p:nvCxnSpPr>
        <p:spPr>
          <a:xfrm flipV="1">
            <a:off x="8984210" y="2637820"/>
            <a:ext cx="747678" cy="47382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1A3EE6-EE85-7CE2-1D22-4CF7BC955924}"/>
              </a:ext>
            </a:extLst>
          </p:cNvPr>
          <p:cNvCxnSpPr>
            <a:cxnSpLocks/>
            <a:stCxn id="7" idx="6"/>
            <a:endCxn id="72" idx="1"/>
          </p:cNvCxnSpPr>
          <p:nvPr/>
        </p:nvCxnSpPr>
        <p:spPr>
          <a:xfrm flipV="1">
            <a:off x="8984210" y="3063270"/>
            <a:ext cx="747678" cy="4837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8C1D1B-16A2-8F32-D533-BEC338066E87}"/>
              </a:ext>
            </a:extLst>
          </p:cNvPr>
          <p:cNvCxnSpPr>
            <a:cxnSpLocks/>
            <a:stCxn id="7" idx="6"/>
            <a:endCxn id="73" idx="1"/>
          </p:cNvCxnSpPr>
          <p:nvPr/>
        </p:nvCxnSpPr>
        <p:spPr>
          <a:xfrm>
            <a:off x="8984210" y="3111647"/>
            <a:ext cx="747678" cy="37707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9DB706F-A564-217A-C629-A56487B71010}"/>
              </a:ext>
            </a:extLst>
          </p:cNvPr>
          <p:cNvSpPr/>
          <p:nvPr/>
        </p:nvSpPr>
        <p:spPr>
          <a:xfrm>
            <a:off x="1415121" y="99995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0F840E-D29F-A035-4C1F-C4D045D33713}"/>
              </a:ext>
            </a:extLst>
          </p:cNvPr>
          <p:cNvSpPr/>
          <p:nvPr/>
        </p:nvSpPr>
        <p:spPr>
          <a:xfrm>
            <a:off x="1415121" y="142540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F4DB39F-ECF4-A28C-9261-29C668B0E66F}"/>
              </a:ext>
            </a:extLst>
          </p:cNvPr>
          <p:cNvSpPr/>
          <p:nvPr/>
        </p:nvSpPr>
        <p:spPr>
          <a:xfrm>
            <a:off x="1415121" y="185085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34DC08-C8DE-4991-8A5C-4A66A1233DF2}"/>
              </a:ext>
            </a:extLst>
          </p:cNvPr>
          <p:cNvSpPr/>
          <p:nvPr/>
        </p:nvSpPr>
        <p:spPr>
          <a:xfrm>
            <a:off x="1415121" y="242017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8AC806-1996-0076-69CD-B11864319D72}"/>
              </a:ext>
            </a:extLst>
          </p:cNvPr>
          <p:cNvSpPr/>
          <p:nvPr/>
        </p:nvSpPr>
        <p:spPr>
          <a:xfrm>
            <a:off x="1415121" y="284562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85498F-5790-85E1-E0F6-DD0FB79DAF74}"/>
              </a:ext>
            </a:extLst>
          </p:cNvPr>
          <p:cNvSpPr/>
          <p:nvPr/>
        </p:nvSpPr>
        <p:spPr>
          <a:xfrm>
            <a:off x="1415121" y="327107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EFD099-B55E-56BB-9778-A5228B5B6E04}"/>
              </a:ext>
            </a:extLst>
          </p:cNvPr>
          <p:cNvSpPr/>
          <p:nvPr/>
        </p:nvSpPr>
        <p:spPr>
          <a:xfrm>
            <a:off x="1415121" y="3837930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998297-DCF2-F4EE-FCFD-1162C7C87968}"/>
              </a:ext>
            </a:extLst>
          </p:cNvPr>
          <p:cNvSpPr/>
          <p:nvPr/>
        </p:nvSpPr>
        <p:spPr>
          <a:xfrm>
            <a:off x="1415121" y="4263380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073D7E-B3E3-8A88-DE75-C6E0798359A8}"/>
              </a:ext>
            </a:extLst>
          </p:cNvPr>
          <p:cNvSpPr/>
          <p:nvPr/>
        </p:nvSpPr>
        <p:spPr>
          <a:xfrm>
            <a:off x="9731888" y="246813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7F511A-A584-A1C3-309C-E7CA417DC9E3}"/>
              </a:ext>
            </a:extLst>
          </p:cNvPr>
          <p:cNvSpPr/>
          <p:nvPr/>
        </p:nvSpPr>
        <p:spPr>
          <a:xfrm>
            <a:off x="9731888" y="289358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52DD194-D5F4-22BC-1974-4FDFB13C5C5F}"/>
              </a:ext>
            </a:extLst>
          </p:cNvPr>
          <p:cNvSpPr/>
          <p:nvPr/>
        </p:nvSpPr>
        <p:spPr>
          <a:xfrm>
            <a:off x="9731888" y="331903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ight Bracket 79">
            <a:extLst>
              <a:ext uri="{FF2B5EF4-FFF2-40B4-BE49-F238E27FC236}">
                <a16:creationId xmlns:a16="http://schemas.microsoft.com/office/drawing/2014/main" id="{8C11F0A8-897A-2C87-3F0A-9B574423F3D3}"/>
              </a:ext>
            </a:extLst>
          </p:cNvPr>
          <p:cNvSpPr/>
          <p:nvPr/>
        </p:nvSpPr>
        <p:spPr>
          <a:xfrm>
            <a:off x="3965557" y="1828486"/>
            <a:ext cx="345326" cy="722094"/>
          </a:xfrm>
          <a:prstGeom prst="rightBracket">
            <a:avLst>
              <a:gd name="adj" fmla="val 196224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ight Bracket 81">
            <a:extLst>
              <a:ext uri="{FF2B5EF4-FFF2-40B4-BE49-F238E27FC236}">
                <a16:creationId xmlns:a16="http://schemas.microsoft.com/office/drawing/2014/main" id="{57D9BA9A-296F-5EFA-E42A-9D195FB53F35}"/>
              </a:ext>
            </a:extLst>
          </p:cNvPr>
          <p:cNvSpPr/>
          <p:nvPr/>
        </p:nvSpPr>
        <p:spPr>
          <a:xfrm>
            <a:off x="4071363" y="1753385"/>
            <a:ext cx="604332" cy="2253006"/>
          </a:xfrm>
          <a:prstGeom prst="rightBracket">
            <a:avLst>
              <a:gd name="adj" fmla="val 23580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CA0A9F1-F2F7-9A5D-5176-08A95B04BFB8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4075846" y="1551125"/>
            <a:ext cx="3487020" cy="1342462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2FFD3AB-2B3A-71FB-A15E-AEE709E05F6E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4075846" y="3361341"/>
            <a:ext cx="3487020" cy="825408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ight Bracket 94">
            <a:extLst>
              <a:ext uri="{FF2B5EF4-FFF2-40B4-BE49-F238E27FC236}">
                <a16:creationId xmlns:a16="http://schemas.microsoft.com/office/drawing/2014/main" id="{48C5A424-52D7-087A-42CF-D3B6543FA629}"/>
              </a:ext>
            </a:extLst>
          </p:cNvPr>
          <p:cNvSpPr/>
          <p:nvPr/>
        </p:nvSpPr>
        <p:spPr>
          <a:xfrm>
            <a:off x="3997366" y="3187294"/>
            <a:ext cx="345326" cy="722094"/>
          </a:xfrm>
          <a:prstGeom prst="rightBracket">
            <a:avLst>
              <a:gd name="adj" fmla="val 196224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6249348-FE2C-086F-B6E1-70233A4DC54A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080329" y="2868937"/>
            <a:ext cx="3406775" cy="24271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07B1C27-040F-FD35-4BA9-BCB02A1E178F}"/>
              </a:ext>
            </a:extLst>
          </p:cNvPr>
          <p:cNvSpPr txBox="1"/>
          <p:nvPr/>
        </p:nvSpPr>
        <p:spPr>
          <a:xfrm>
            <a:off x="2565994" y="1096591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Abilità</a:t>
            </a:r>
            <a:r>
              <a:rPr lang="en-GB" sz="2400" dirty="0"/>
              <a:t> </a:t>
            </a:r>
            <a:r>
              <a:rPr lang="en-GB" sz="2400" dirty="0" err="1"/>
              <a:t>Verbali</a:t>
            </a:r>
            <a:endParaRPr lang="en-GB" sz="2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3A69FE8-460B-7A0E-206A-ECCAA8144C15}"/>
              </a:ext>
            </a:extLst>
          </p:cNvPr>
          <p:cNvSpPr txBox="1"/>
          <p:nvPr/>
        </p:nvSpPr>
        <p:spPr>
          <a:xfrm>
            <a:off x="2536697" y="2448712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Abilità</a:t>
            </a:r>
            <a:endParaRPr lang="en-GB" sz="2400" dirty="0"/>
          </a:p>
          <a:p>
            <a:pPr algn="ctr"/>
            <a:r>
              <a:rPr lang="en-GB" sz="2400" dirty="0"/>
              <a:t>Visive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CACD210-0CDD-EE0D-6046-188136BD4EDD}"/>
              </a:ext>
            </a:extLst>
          </p:cNvPr>
          <p:cNvSpPr txBox="1"/>
          <p:nvPr/>
        </p:nvSpPr>
        <p:spPr>
          <a:xfrm>
            <a:off x="2531806" y="3774045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Memoria di </a:t>
            </a:r>
            <a:r>
              <a:rPr lang="en-GB" sz="2400" dirty="0" err="1"/>
              <a:t>Lavoro</a:t>
            </a:r>
            <a:endParaRPr lang="en-GB" sz="2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B2FACC-5250-81A2-A958-51B7A431EE95}"/>
              </a:ext>
            </a:extLst>
          </p:cNvPr>
          <p:cNvSpPr txBox="1"/>
          <p:nvPr/>
        </p:nvSpPr>
        <p:spPr>
          <a:xfrm>
            <a:off x="7448669" y="2750117"/>
            <a:ext cx="1572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Outcome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B2A2551-CABC-6E34-5771-667984260B09}"/>
              </a:ext>
            </a:extLst>
          </p:cNvPr>
          <p:cNvSpPr txBox="1"/>
          <p:nvPr/>
        </p:nvSpPr>
        <p:spPr>
          <a:xfrm>
            <a:off x="7448669" y="3059243"/>
            <a:ext cx="1572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/>
              <a:t>es. </a:t>
            </a:r>
            <a:r>
              <a:rPr lang="en-GB" sz="1500" dirty="0" err="1"/>
              <a:t>adattamento</a:t>
            </a:r>
            <a:endParaRPr lang="en-GB" sz="15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8E8371B-45A4-BC2C-0EE3-13FF998DC9BA}"/>
              </a:ext>
            </a:extLst>
          </p:cNvPr>
          <p:cNvSpPr txBox="1"/>
          <p:nvPr/>
        </p:nvSpPr>
        <p:spPr>
          <a:xfrm>
            <a:off x="5272491" y="1842694"/>
            <a:ext cx="1572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**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9B00D91-8B6A-2BDB-94DA-E6C2C5A92F0B}"/>
              </a:ext>
            </a:extLst>
          </p:cNvPr>
          <p:cNvSpPr txBox="1"/>
          <p:nvPr/>
        </p:nvSpPr>
        <p:spPr>
          <a:xfrm>
            <a:off x="5173047" y="2563193"/>
            <a:ext cx="1572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*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046BEB3-0B5C-9BE7-3508-6DDB7F7D0F16}"/>
              </a:ext>
            </a:extLst>
          </p:cNvPr>
          <p:cNvSpPr txBox="1"/>
          <p:nvPr/>
        </p:nvSpPr>
        <p:spPr>
          <a:xfrm>
            <a:off x="5204206" y="3321133"/>
            <a:ext cx="1572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*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D45BC6-212B-ABB0-410A-D09BD2E17D0D}"/>
              </a:ext>
            </a:extLst>
          </p:cNvPr>
          <p:cNvSpPr/>
          <p:nvPr/>
        </p:nvSpPr>
        <p:spPr>
          <a:xfrm>
            <a:off x="2578740" y="4924548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1F4BC-A0A6-1796-700A-4FA6C84B2277}"/>
              </a:ext>
            </a:extLst>
          </p:cNvPr>
          <p:cNvSpPr txBox="1"/>
          <p:nvPr/>
        </p:nvSpPr>
        <p:spPr>
          <a:xfrm>
            <a:off x="2541180" y="5039006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Ragion</a:t>
            </a:r>
            <a:r>
              <a:rPr lang="en-GB" sz="2400" dirty="0"/>
              <a:t>.</a:t>
            </a:r>
          </a:p>
          <a:p>
            <a:pPr algn="ctr"/>
            <a:r>
              <a:rPr lang="en-GB" sz="2400" dirty="0" err="1"/>
              <a:t>fluido</a:t>
            </a:r>
            <a:endParaRPr lang="en-GB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5D970F-D8DB-9677-F4C0-A872BF2F921B}"/>
              </a:ext>
            </a:extLst>
          </p:cNvPr>
          <p:cNvSpPr/>
          <p:nvPr/>
        </p:nvSpPr>
        <p:spPr>
          <a:xfrm>
            <a:off x="1415121" y="483959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5EB974-D134-D38C-F273-634525669FE8}"/>
              </a:ext>
            </a:extLst>
          </p:cNvPr>
          <p:cNvSpPr/>
          <p:nvPr/>
        </p:nvSpPr>
        <p:spPr>
          <a:xfrm>
            <a:off x="1415121" y="526504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22ADB-6A66-77D6-742E-A7222F136B06}"/>
              </a:ext>
            </a:extLst>
          </p:cNvPr>
          <p:cNvSpPr/>
          <p:nvPr/>
        </p:nvSpPr>
        <p:spPr>
          <a:xfrm>
            <a:off x="1415121" y="569049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AD66B8-351D-5931-BFE7-E80BFA8BE3F5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 flipV="1">
            <a:off x="1747638" y="5009278"/>
            <a:ext cx="831102" cy="44867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1268B8-D11F-81C5-238A-90133AE2F1B6}"/>
              </a:ext>
            </a:extLst>
          </p:cNvPr>
          <p:cNvCxnSpPr>
            <a:cxnSpLocks/>
            <a:stCxn id="2" idx="2"/>
            <a:endCxn id="11" idx="3"/>
          </p:cNvCxnSpPr>
          <p:nvPr/>
        </p:nvCxnSpPr>
        <p:spPr>
          <a:xfrm flipH="1" flipV="1">
            <a:off x="1747638" y="5434728"/>
            <a:ext cx="831102" cy="2322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6B9364-266E-5996-FD16-1CEF19974B3B}"/>
              </a:ext>
            </a:extLst>
          </p:cNvPr>
          <p:cNvCxnSpPr>
            <a:cxnSpLocks/>
            <a:stCxn id="2" idx="2"/>
            <a:endCxn id="12" idx="3"/>
          </p:cNvCxnSpPr>
          <p:nvPr/>
        </p:nvCxnSpPr>
        <p:spPr>
          <a:xfrm flipH="1">
            <a:off x="1747638" y="5457948"/>
            <a:ext cx="831102" cy="40223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2A2E2C-EF56-CBFB-B092-61DA30D1EE45}"/>
              </a:ext>
            </a:extLst>
          </p:cNvPr>
          <p:cNvCxnSpPr>
            <a:cxnSpLocks/>
            <a:stCxn id="2" idx="6"/>
            <a:endCxn id="7" idx="3"/>
          </p:cNvCxnSpPr>
          <p:nvPr/>
        </p:nvCxnSpPr>
        <p:spPr>
          <a:xfrm flipV="1">
            <a:off x="4075846" y="3488818"/>
            <a:ext cx="3630504" cy="196913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29EB81-A29C-11FF-FD3F-D7132B932563}"/>
              </a:ext>
            </a:extLst>
          </p:cNvPr>
          <p:cNvSpPr txBox="1"/>
          <p:nvPr/>
        </p:nvSpPr>
        <p:spPr>
          <a:xfrm>
            <a:off x="4852720" y="4108124"/>
            <a:ext cx="1572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**</a:t>
            </a:r>
          </a:p>
        </p:txBody>
      </p:sp>
      <p:sp>
        <p:nvSpPr>
          <p:cNvPr id="44" name="Right Bracket 43">
            <a:extLst>
              <a:ext uri="{FF2B5EF4-FFF2-40B4-BE49-F238E27FC236}">
                <a16:creationId xmlns:a16="http://schemas.microsoft.com/office/drawing/2014/main" id="{A287BAB9-8177-1281-B8B0-32296F5A7330}"/>
              </a:ext>
            </a:extLst>
          </p:cNvPr>
          <p:cNvSpPr/>
          <p:nvPr/>
        </p:nvSpPr>
        <p:spPr>
          <a:xfrm>
            <a:off x="4024219" y="4460977"/>
            <a:ext cx="345326" cy="722094"/>
          </a:xfrm>
          <a:prstGeom prst="rightBracket">
            <a:avLst>
              <a:gd name="adj" fmla="val 196224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ight Bracket 44">
            <a:extLst>
              <a:ext uri="{FF2B5EF4-FFF2-40B4-BE49-F238E27FC236}">
                <a16:creationId xmlns:a16="http://schemas.microsoft.com/office/drawing/2014/main" id="{1D8AB074-B535-E91A-6E47-2EECCCCF7E68}"/>
              </a:ext>
            </a:extLst>
          </p:cNvPr>
          <p:cNvSpPr/>
          <p:nvPr/>
        </p:nvSpPr>
        <p:spPr>
          <a:xfrm>
            <a:off x="4071363" y="3047980"/>
            <a:ext cx="604332" cy="2253006"/>
          </a:xfrm>
          <a:prstGeom prst="rightBracket">
            <a:avLst>
              <a:gd name="adj" fmla="val 23580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ight Bracket 45">
            <a:extLst>
              <a:ext uri="{FF2B5EF4-FFF2-40B4-BE49-F238E27FC236}">
                <a16:creationId xmlns:a16="http://schemas.microsoft.com/office/drawing/2014/main" id="{137871D5-AD34-9127-692E-2282F1C5A467}"/>
              </a:ext>
            </a:extLst>
          </p:cNvPr>
          <p:cNvSpPr/>
          <p:nvPr/>
        </p:nvSpPr>
        <p:spPr>
          <a:xfrm>
            <a:off x="4089743" y="1665820"/>
            <a:ext cx="429974" cy="3635165"/>
          </a:xfrm>
          <a:prstGeom prst="rightBracket">
            <a:avLst>
              <a:gd name="adj" fmla="val 422719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CAF804-42EE-4919-C22F-E902CBD36315}"/>
              </a:ext>
            </a:extLst>
          </p:cNvPr>
          <p:cNvSpPr/>
          <p:nvPr/>
        </p:nvSpPr>
        <p:spPr>
          <a:xfrm>
            <a:off x="2578740" y="1017725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481493-3A9F-C91C-7BF8-85A24555AC22}"/>
              </a:ext>
            </a:extLst>
          </p:cNvPr>
          <p:cNvSpPr/>
          <p:nvPr/>
        </p:nvSpPr>
        <p:spPr>
          <a:xfrm>
            <a:off x="2583223" y="2335537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96DB55-8831-44FD-411C-B732D56A0937}"/>
              </a:ext>
            </a:extLst>
          </p:cNvPr>
          <p:cNvSpPr/>
          <p:nvPr/>
        </p:nvSpPr>
        <p:spPr>
          <a:xfrm>
            <a:off x="2578740" y="3653349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A12632-54EB-6FCC-38CA-1AAC33A38B75}"/>
              </a:ext>
            </a:extLst>
          </p:cNvPr>
          <p:cNvSpPr/>
          <p:nvPr/>
        </p:nvSpPr>
        <p:spPr>
          <a:xfrm>
            <a:off x="7487104" y="2578247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C0215D-048F-9247-6FDB-12D0978CD279}"/>
              </a:ext>
            </a:extLst>
          </p:cNvPr>
          <p:cNvCxnSpPr>
            <a:cxnSpLocks/>
            <a:stCxn id="4" idx="2"/>
            <a:endCxn id="47" idx="3"/>
          </p:cNvCxnSpPr>
          <p:nvPr/>
        </p:nvCxnSpPr>
        <p:spPr>
          <a:xfrm flipH="1" flipV="1">
            <a:off x="1747638" y="1169640"/>
            <a:ext cx="831102" cy="38148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9F54FF-392D-A771-373D-D299266DDB45}"/>
              </a:ext>
            </a:extLst>
          </p:cNvPr>
          <p:cNvCxnSpPr>
            <a:cxnSpLocks/>
            <a:stCxn id="4" idx="2"/>
            <a:endCxn id="57" idx="3"/>
          </p:cNvCxnSpPr>
          <p:nvPr/>
        </p:nvCxnSpPr>
        <p:spPr>
          <a:xfrm flipH="1">
            <a:off x="1747638" y="1551125"/>
            <a:ext cx="831102" cy="4396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41B4FF-B30B-90D3-66B6-6D59A832776C}"/>
              </a:ext>
            </a:extLst>
          </p:cNvPr>
          <p:cNvCxnSpPr>
            <a:cxnSpLocks/>
            <a:stCxn id="4" idx="2"/>
            <a:endCxn id="58" idx="3"/>
          </p:cNvCxnSpPr>
          <p:nvPr/>
        </p:nvCxnSpPr>
        <p:spPr>
          <a:xfrm flipH="1">
            <a:off x="1747638" y="1551125"/>
            <a:ext cx="831102" cy="46941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F20E7C-2905-ED9A-CA51-B388EE46F9EC}"/>
              </a:ext>
            </a:extLst>
          </p:cNvPr>
          <p:cNvCxnSpPr>
            <a:cxnSpLocks/>
            <a:stCxn id="5" idx="2"/>
            <a:endCxn id="59" idx="3"/>
          </p:cNvCxnSpPr>
          <p:nvPr/>
        </p:nvCxnSpPr>
        <p:spPr>
          <a:xfrm flipH="1" flipV="1">
            <a:off x="1747638" y="2589862"/>
            <a:ext cx="835585" cy="2790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9D69A4-2027-53CA-67C1-70E8C6D3460C}"/>
              </a:ext>
            </a:extLst>
          </p:cNvPr>
          <p:cNvCxnSpPr>
            <a:cxnSpLocks/>
            <a:stCxn id="5" idx="2"/>
            <a:endCxn id="60" idx="3"/>
          </p:cNvCxnSpPr>
          <p:nvPr/>
        </p:nvCxnSpPr>
        <p:spPr>
          <a:xfrm flipH="1">
            <a:off x="1747638" y="2868937"/>
            <a:ext cx="835585" cy="14637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A03DF1-538A-00F1-2EF8-5AB12ACDFA4F}"/>
              </a:ext>
            </a:extLst>
          </p:cNvPr>
          <p:cNvCxnSpPr>
            <a:cxnSpLocks/>
            <a:stCxn id="5" idx="2"/>
            <a:endCxn id="61" idx="3"/>
          </p:cNvCxnSpPr>
          <p:nvPr/>
        </p:nvCxnSpPr>
        <p:spPr>
          <a:xfrm flipH="1">
            <a:off x="1747638" y="2868937"/>
            <a:ext cx="835585" cy="57182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0B5A18-31D7-0211-2BDF-12C2F3C34058}"/>
              </a:ext>
            </a:extLst>
          </p:cNvPr>
          <p:cNvCxnSpPr>
            <a:cxnSpLocks/>
            <a:stCxn id="6" idx="2"/>
            <a:endCxn id="62" idx="3"/>
          </p:cNvCxnSpPr>
          <p:nvPr/>
        </p:nvCxnSpPr>
        <p:spPr>
          <a:xfrm flipH="1" flipV="1">
            <a:off x="1747638" y="4007613"/>
            <a:ext cx="831102" cy="17913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BE6473-425F-70FE-BEC2-770B9632E891}"/>
              </a:ext>
            </a:extLst>
          </p:cNvPr>
          <p:cNvCxnSpPr>
            <a:cxnSpLocks/>
            <a:stCxn id="6" idx="2"/>
            <a:endCxn id="63" idx="3"/>
          </p:cNvCxnSpPr>
          <p:nvPr/>
        </p:nvCxnSpPr>
        <p:spPr>
          <a:xfrm flipH="1">
            <a:off x="1747638" y="4186749"/>
            <a:ext cx="831102" cy="246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C97C573-9B55-6CDD-2E4F-93F1E7E71250}"/>
              </a:ext>
            </a:extLst>
          </p:cNvPr>
          <p:cNvCxnSpPr>
            <a:cxnSpLocks/>
            <a:stCxn id="7" idx="6"/>
            <a:endCxn id="71" idx="1"/>
          </p:cNvCxnSpPr>
          <p:nvPr/>
        </p:nvCxnSpPr>
        <p:spPr>
          <a:xfrm flipV="1">
            <a:off x="8984210" y="2637820"/>
            <a:ext cx="747678" cy="47382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1A3EE6-EE85-7CE2-1D22-4CF7BC955924}"/>
              </a:ext>
            </a:extLst>
          </p:cNvPr>
          <p:cNvCxnSpPr>
            <a:cxnSpLocks/>
            <a:stCxn id="7" idx="6"/>
            <a:endCxn id="72" idx="1"/>
          </p:cNvCxnSpPr>
          <p:nvPr/>
        </p:nvCxnSpPr>
        <p:spPr>
          <a:xfrm flipV="1">
            <a:off x="8984210" y="3063270"/>
            <a:ext cx="747678" cy="4837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18C1D1B-16A2-8F32-D533-BEC338066E87}"/>
              </a:ext>
            </a:extLst>
          </p:cNvPr>
          <p:cNvCxnSpPr>
            <a:cxnSpLocks/>
            <a:stCxn id="7" idx="6"/>
            <a:endCxn id="73" idx="1"/>
          </p:cNvCxnSpPr>
          <p:nvPr/>
        </p:nvCxnSpPr>
        <p:spPr>
          <a:xfrm>
            <a:off x="8984210" y="3111647"/>
            <a:ext cx="747678" cy="37707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9DB706F-A564-217A-C629-A56487B71010}"/>
              </a:ext>
            </a:extLst>
          </p:cNvPr>
          <p:cNvSpPr/>
          <p:nvPr/>
        </p:nvSpPr>
        <p:spPr>
          <a:xfrm>
            <a:off x="1415121" y="99995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0F840E-D29F-A035-4C1F-C4D045D33713}"/>
              </a:ext>
            </a:extLst>
          </p:cNvPr>
          <p:cNvSpPr/>
          <p:nvPr/>
        </p:nvSpPr>
        <p:spPr>
          <a:xfrm>
            <a:off x="1415121" y="142540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F4DB39F-ECF4-A28C-9261-29C668B0E66F}"/>
              </a:ext>
            </a:extLst>
          </p:cNvPr>
          <p:cNvSpPr/>
          <p:nvPr/>
        </p:nvSpPr>
        <p:spPr>
          <a:xfrm>
            <a:off x="1415121" y="185085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34DC08-C8DE-4991-8A5C-4A66A1233DF2}"/>
              </a:ext>
            </a:extLst>
          </p:cNvPr>
          <p:cNvSpPr/>
          <p:nvPr/>
        </p:nvSpPr>
        <p:spPr>
          <a:xfrm>
            <a:off x="1415121" y="242017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8AC806-1996-0076-69CD-B11864319D72}"/>
              </a:ext>
            </a:extLst>
          </p:cNvPr>
          <p:cNvSpPr/>
          <p:nvPr/>
        </p:nvSpPr>
        <p:spPr>
          <a:xfrm>
            <a:off x="1415121" y="284562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685498F-5790-85E1-E0F6-DD0FB79DAF74}"/>
              </a:ext>
            </a:extLst>
          </p:cNvPr>
          <p:cNvSpPr/>
          <p:nvPr/>
        </p:nvSpPr>
        <p:spPr>
          <a:xfrm>
            <a:off x="1415121" y="3271079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EFD099-B55E-56BB-9778-A5228B5B6E04}"/>
              </a:ext>
            </a:extLst>
          </p:cNvPr>
          <p:cNvSpPr/>
          <p:nvPr/>
        </p:nvSpPr>
        <p:spPr>
          <a:xfrm>
            <a:off x="1415121" y="3837930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1998297-DCF2-F4EE-FCFD-1162C7C87968}"/>
              </a:ext>
            </a:extLst>
          </p:cNvPr>
          <p:cNvSpPr/>
          <p:nvPr/>
        </p:nvSpPr>
        <p:spPr>
          <a:xfrm>
            <a:off x="1415121" y="4263380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073D7E-B3E3-8A88-DE75-C6E0798359A8}"/>
              </a:ext>
            </a:extLst>
          </p:cNvPr>
          <p:cNvSpPr/>
          <p:nvPr/>
        </p:nvSpPr>
        <p:spPr>
          <a:xfrm>
            <a:off x="9731888" y="246813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7F511A-A584-A1C3-309C-E7CA417DC9E3}"/>
              </a:ext>
            </a:extLst>
          </p:cNvPr>
          <p:cNvSpPr/>
          <p:nvPr/>
        </p:nvSpPr>
        <p:spPr>
          <a:xfrm>
            <a:off x="9731888" y="289358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52DD194-D5F4-22BC-1974-4FDFB13C5C5F}"/>
              </a:ext>
            </a:extLst>
          </p:cNvPr>
          <p:cNvSpPr/>
          <p:nvPr/>
        </p:nvSpPr>
        <p:spPr>
          <a:xfrm>
            <a:off x="9731888" y="3319037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CA0A9F1-F2F7-9A5D-5176-08A95B04BFB8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4075846" y="1551125"/>
            <a:ext cx="3487020" cy="1342462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2FFD3AB-2B3A-71FB-A15E-AEE709E05F6E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4075846" y="3361341"/>
            <a:ext cx="3487020" cy="82540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6249348-FE2C-086F-B6E1-70233A4DC54A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080329" y="2868937"/>
            <a:ext cx="3406775" cy="24271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07B1C27-040F-FD35-4BA9-BCB02A1E178F}"/>
              </a:ext>
            </a:extLst>
          </p:cNvPr>
          <p:cNvSpPr txBox="1"/>
          <p:nvPr/>
        </p:nvSpPr>
        <p:spPr>
          <a:xfrm>
            <a:off x="2565994" y="1096591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Abilità</a:t>
            </a:r>
            <a:r>
              <a:rPr lang="en-GB" sz="2400" dirty="0"/>
              <a:t> </a:t>
            </a:r>
            <a:r>
              <a:rPr lang="en-GB" sz="2400" dirty="0" err="1"/>
              <a:t>Verbali</a:t>
            </a:r>
            <a:endParaRPr lang="en-GB" sz="24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3A69FE8-460B-7A0E-206A-ECCAA8144C15}"/>
              </a:ext>
            </a:extLst>
          </p:cNvPr>
          <p:cNvSpPr txBox="1"/>
          <p:nvPr/>
        </p:nvSpPr>
        <p:spPr>
          <a:xfrm>
            <a:off x="2536697" y="2448712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Abilità</a:t>
            </a:r>
            <a:endParaRPr lang="en-GB" sz="2400" dirty="0"/>
          </a:p>
          <a:p>
            <a:pPr algn="ctr"/>
            <a:r>
              <a:rPr lang="en-GB" sz="2400" dirty="0"/>
              <a:t>Visive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CACD210-0CDD-EE0D-6046-188136BD4EDD}"/>
              </a:ext>
            </a:extLst>
          </p:cNvPr>
          <p:cNvSpPr txBox="1"/>
          <p:nvPr/>
        </p:nvSpPr>
        <p:spPr>
          <a:xfrm>
            <a:off x="2531806" y="3774045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Memoria di </a:t>
            </a:r>
            <a:r>
              <a:rPr lang="en-GB" sz="2400" dirty="0" err="1"/>
              <a:t>Lavoro</a:t>
            </a:r>
            <a:endParaRPr lang="en-GB" sz="2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B2FACC-5250-81A2-A958-51B7A431EE95}"/>
              </a:ext>
            </a:extLst>
          </p:cNvPr>
          <p:cNvSpPr txBox="1"/>
          <p:nvPr/>
        </p:nvSpPr>
        <p:spPr>
          <a:xfrm>
            <a:off x="7448669" y="2750117"/>
            <a:ext cx="1572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Outcome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B2A2551-CABC-6E34-5771-667984260B09}"/>
              </a:ext>
            </a:extLst>
          </p:cNvPr>
          <p:cNvSpPr txBox="1"/>
          <p:nvPr/>
        </p:nvSpPr>
        <p:spPr>
          <a:xfrm>
            <a:off x="7448669" y="3059243"/>
            <a:ext cx="1572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/>
              <a:t>es. </a:t>
            </a:r>
            <a:r>
              <a:rPr lang="en-GB" sz="1500" dirty="0" err="1"/>
              <a:t>adattamento</a:t>
            </a:r>
            <a:endParaRPr lang="en-GB" sz="15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D45BC6-212B-ABB0-410A-D09BD2E17D0D}"/>
              </a:ext>
            </a:extLst>
          </p:cNvPr>
          <p:cNvSpPr/>
          <p:nvPr/>
        </p:nvSpPr>
        <p:spPr>
          <a:xfrm>
            <a:off x="2578740" y="4924548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1F4BC-A0A6-1796-700A-4FA6C84B2277}"/>
              </a:ext>
            </a:extLst>
          </p:cNvPr>
          <p:cNvSpPr txBox="1"/>
          <p:nvPr/>
        </p:nvSpPr>
        <p:spPr>
          <a:xfrm>
            <a:off x="2541180" y="5039006"/>
            <a:ext cx="157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Ragion</a:t>
            </a:r>
            <a:r>
              <a:rPr lang="en-GB" sz="2400" dirty="0"/>
              <a:t>.</a:t>
            </a:r>
          </a:p>
          <a:p>
            <a:pPr algn="ctr"/>
            <a:r>
              <a:rPr lang="en-GB" sz="2400" dirty="0" err="1"/>
              <a:t>fluido</a:t>
            </a:r>
            <a:endParaRPr lang="en-GB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5D970F-D8DB-9677-F4C0-A872BF2F921B}"/>
              </a:ext>
            </a:extLst>
          </p:cNvPr>
          <p:cNvSpPr/>
          <p:nvPr/>
        </p:nvSpPr>
        <p:spPr>
          <a:xfrm>
            <a:off x="1415121" y="483959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5EB974-D134-D38C-F273-634525669FE8}"/>
              </a:ext>
            </a:extLst>
          </p:cNvPr>
          <p:cNvSpPr/>
          <p:nvPr/>
        </p:nvSpPr>
        <p:spPr>
          <a:xfrm>
            <a:off x="1415121" y="526504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22ADB-6A66-77D6-742E-A7222F136B06}"/>
              </a:ext>
            </a:extLst>
          </p:cNvPr>
          <p:cNvSpPr/>
          <p:nvPr/>
        </p:nvSpPr>
        <p:spPr>
          <a:xfrm>
            <a:off x="1415121" y="5690495"/>
            <a:ext cx="332517" cy="339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AD66B8-351D-5931-BFE7-E80BFA8BE3F5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 flipV="1">
            <a:off x="1747638" y="5009278"/>
            <a:ext cx="831102" cy="44867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1268B8-D11F-81C5-238A-90133AE2F1B6}"/>
              </a:ext>
            </a:extLst>
          </p:cNvPr>
          <p:cNvCxnSpPr>
            <a:cxnSpLocks/>
            <a:stCxn id="2" idx="2"/>
            <a:endCxn id="11" idx="3"/>
          </p:cNvCxnSpPr>
          <p:nvPr/>
        </p:nvCxnSpPr>
        <p:spPr>
          <a:xfrm flipH="1" flipV="1">
            <a:off x="1747638" y="5434728"/>
            <a:ext cx="831102" cy="2322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6B9364-266E-5996-FD16-1CEF19974B3B}"/>
              </a:ext>
            </a:extLst>
          </p:cNvPr>
          <p:cNvCxnSpPr>
            <a:cxnSpLocks/>
            <a:stCxn id="2" idx="2"/>
            <a:endCxn id="12" idx="3"/>
          </p:cNvCxnSpPr>
          <p:nvPr/>
        </p:nvCxnSpPr>
        <p:spPr>
          <a:xfrm flipH="1">
            <a:off x="1747638" y="5457948"/>
            <a:ext cx="831102" cy="40223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2A2E2C-EF56-CBFB-B092-61DA30D1EE45}"/>
              </a:ext>
            </a:extLst>
          </p:cNvPr>
          <p:cNvCxnSpPr>
            <a:cxnSpLocks/>
            <a:stCxn id="2" idx="6"/>
            <a:endCxn id="7" idx="3"/>
          </p:cNvCxnSpPr>
          <p:nvPr/>
        </p:nvCxnSpPr>
        <p:spPr>
          <a:xfrm flipV="1">
            <a:off x="4075846" y="3488818"/>
            <a:ext cx="3630504" cy="196913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1C1EC66-9CC8-F83C-9285-CE7E66F65143}"/>
              </a:ext>
            </a:extLst>
          </p:cNvPr>
          <p:cNvSpPr/>
          <p:nvPr/>
        </p:nvSpPr>
        <p:spPr>
          <a:xfrm>
            <a:off x="4852720" y="434271"/>
            <a:ext cx="1497106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627703-E0B7-9DF6-CD5E-322F52BB8E73}"/>
              </a:ext>
            </a:extLst>
          </p:cNvPr>
          <p:cNvSpPr txBox="1"/>
          <p:nvPr/>
        </p:nvSpPr>
        <p:spPr>
          <a:xfrm>
            <a:off x="4815160" y="448040"/>
            <a:ext cx="15722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800" dirty="0"/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09A4F-DEC8-1323-D372-A97FA71880D8}"/>
              </a:ext>
            </a:extLst>
          </p:cNvPr>
          <p:cNvSpPr txBox="1"/>
          <p:nvPr/>
        </p:nvSpPr>
        <p:spPr>
          <a:xfrm>
            <a:off x="4851018" y="977334"/>
            <a:ext cx="1572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dirty="0"/>
              <a:t>cause </a:t>
            </a:r>
            <a:r>
              <a:rPr lang="en-GB" sz="1500" dirty="0" err="1"/>
              <a:t>comuni</a:t>
            </a:r>
            <a:endParaRPr lang="en-GB" sz="15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4A5D0E-B859-DE1B-C3EC-BBB14419F21D}"/>
              </a:ext>
            </a:extLst>
          </p:cNvPr>
          <p:cNvCxnSpPr>
            <a:cxnSpLocks/>
            <a:stCxn id="15" idx="5"/>
            <a:endCxn id="7" idx="1"/>
          </p:cNvCxnSpPr>
          <p:nvPr/>
        </p:nvCxnSpPr>
        <p:spPr>
          <a:xfrm>
            <a:off x="6130580" y="1344842"/>
            <a:ext cx="1575770" cy="1389634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AB521DE-60EC-4586-5082-8E48860C3731}"/>
              </a:ext>
            </a:extLst>
          </p:cNvPr>
          <p:cNvSpPr txBox="1"/>
          <p:nvPr/>
        </p:nvSpPr>
        <p:spPr>
          <a:xfrm>
            <a:off x="6391383" y="1438697"/>
            <a:ext cx="1572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***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EF9BCA1-23B0-08B3-8645-B7AEEE89A298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3987969" y="1344842"/>
            <a:ext cx="108399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35E34F-845C-0D6C-FB27-8C97BD2CEA12}"/>
              </a:ext>
            </a:extLst>
          </p:cNvPr>
          <p:cNvCxnSpPr>
            <a:cxnSpLocks/>
          </p:cNvCxnSpPr>
          <p:nvPr/>
        </p:nvCxnSpPr>
        <p:spPr>
          <a:xfrm flipH="1">
            <a:off x="3946412" y="1366838"/>
            <a:ext cx="1161369" cy="121140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AE4CF35-908C-ECE4-AB32-7AE0D33F2BB4}"/>
              </a:ext>
            </a:extLst>
          </p:cNvPr>
          <p:cNvCxnSpPr>
            <a:cxnSpLocks/>
          </p:cNvCxnSpPr>
          <p:nvPr/>
        </p:nvCxnSpPr>
        <p:spPr>
          <a:xfrm flipH="1">
            <a:off x="3946412" y="1400175"/>
            <a:ext cx="1220901" cy="251980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40F7FD-4405-5278-72D2-8F43981B59DC}"/>
              </a:ext>
            </a:extLst>
          </p:cNvPr>
          <p:cNvCxnSpPr>
            <a:cxnSpLocks/>
          </p:cNvCxnSpPr>
          <p:nvPr/>
        </p:nvCxnSpPr>
        <p:spPr>
          <a:xfrm flipH="1">
            <a:off x="3946412" y="1441450"/>
            <a:ext cx="1289163" cy="373751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10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</Words>
  <Application>Microsoft Office PowerPoint</Application>
  <PresentationFormat>Widescreen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Enrico Toffalini</dc:creator>
  <cp:lastModifiedBy>Enrico Toffalini</cp:lastModifiedBy>
  <cp:revision>16</cp:revision>
  <dcterms:created xsi:type="dcterms:W3CDTF">2025-12-09T16:13:36Z</dcterms:created>
  <dcterms:modified xsi:type="dcterms:W3CDTF">2025-12-09T16:55:27Z</dcterms:modified>
</cp:coreProperties>
</file>